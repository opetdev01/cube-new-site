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CUBE CONSULTANTS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Redesign &amp; Enhancements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66666"/>
                </a:solidFill>
              </a:rPr>
              <a:t>Comparing old layouts with the premium, digital architectural experience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The Core Objective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Transforming a "Reading Book" layout into a high-end Digital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30613"/>
                </a:solidFill>
              </a:rPr>
              <a:t>The Problem: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The old website felt like a text-heavy book. It suffered from excessive whitespace, raw dividers, and flat alignments that did not showcase the dynamic scale of CUBE's actual projects.
</a:t>
            </a:r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E30613"/>
                </a:solidFill>
              </a:rPr>
              <a:t>The Redesign Goal: </a:t>
            </a:r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Build a minimal, premium digital showcase centered around CUBE's brand identity. We introduce clean grids, border alignments, soft elements, and fluid section transitions.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Old vs. New Layouts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Key Critiques &amp; Enhancements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  <a:gridCol w="4206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 Area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Old Website Critique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New Redesigned Solution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Grid Layout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Single-column stacked rows with massive whitespace gaps.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Multi-column grid blocks matching modern architectural styles.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Whitespace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Excessive, empty vertical space in headers and footer.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Proportional spacing with border-alignments.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Service Images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Generic graphics and exterior shots representing interior design.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Authentic cover renders from real CUBE projects (Zomra, Pura).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RTL Support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Broken alignments when switching to Arabic language.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Complete RTL context mirroring for full Arabic compatibility.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Site Structure &amp; Pages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Overview of the Reconstructed Navigation Flow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Home Page: A sleek, monolith-rendered background introducing CUBE's philosophy.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About Page: Detailed timeline of Prof. Ashraf Abdel Mohsen and CUBE history.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Projects Page: Filterable layout pulling real-time data from the projects database.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Services Page: Minimalist service grids featuring interactiveScope detail modals.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Insights Page: News grid for media releases, books, and publications.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Contact Page: Lead capture form pre-populated based on specific selected scopes.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Wireframe Layout (Services Page)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Minimalist header text and interactive cards layout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Clean Text Header (Subtitle &amp; Description - No Video/SERVICES Title)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28346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01. Architecture Card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2560320"/>
            <a:ext cx="28346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02. Engineering Card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2560320"/>
            <a:ext cx="283464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3200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03. Project Mgmt Card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846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</a:rPr>
              <a:t>* Click Card -&gt; Opens Slide-in Drawer scope modal with detailed scope checklists &amp; Contact CTA.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Technical Summary of Achievements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Engineering and design standards met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Turbopack Support: Fast loading and compilation times.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Fully Responsive: Cards wrap smoothly from 3 columns down to 2 and 1 columns.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Localization: Integrated bidirectional support for Arabic layout rendering.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* Performance-Optimized: Blended transparencies, lightweight layout footprint, and minimal inline styles.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2026-06-16T09:53:04Z</dcterms:created>
  <dcterms:modified xsi:type="dcterms:W3CDTF">2026-06-16T09:53:04Z</dcterms:modified>
</cp:coreProperties>
</file>