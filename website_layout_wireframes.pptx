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306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CUBE CONSULTANTS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Website Redesign: Page Layout Wireframes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</a:rPr>
              <a:t>Structural blueprints of all 6 pages showing design and spacing layouts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06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Wireframe Layout: Home Page (/)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</a:rPr>
              <a:t>Structural blueprint showing page components and layout flow without content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Navbar (Logo [Left] | Nav Links [Right])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10332720" cy="1463040"/>
          </a:xfrm>
          <a:prstGeom prst="rect">
            <a:avLst/>
          </a:prstGeom>
          <a:solidFill>
            <a:srgbClr val="EFEFE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1168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Full-Screen Hero Showcase (Cinematic Monolith Background Render / Heading Text overlay)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566160"/>
            <a:ext cx="502920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5661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Philosophy Text &amp; Divisions Info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3566160"/>
            <a:ext cx="502920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35661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Identity Framework Grid (Cube Equations)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4937760"/>
            <a:ext cx="1033272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93776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Compact Footer (Logo &amp; Socials | Short About Description | Contact Details Column)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06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Wireframe Layout: About Page (/about)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</a:rPr>
              <a:t>Structural blueprint showing page components and layout flow without content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Navbar (Header bar with Language Switcher)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10332720" cy="731520"/>
          </a:xfrm>
          <a:prstGeom prst="rect">
            <a:avLst/>
          </a:prstGeom>
          <a:solidFill>
            <a:srgbClr val="FCFC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116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Tagline &amp; Identity Introduction Header with reddish background styling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834640"/>
            <a:ext cx="594360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83464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Prof. Ashraf Abdel Mohsen &amp; Foundation text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0" y="2834640"/>
            <a:ext cx="4114800" cy="1280160"/>
          </a:xfrm>
          <a:prstGeom prst="rect">
            <a:avLst/>
          </a:prstGeom>
          <a:solidFill>
            <a:srgbClr val="EAEAE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283464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Founder Photo / Accent Frame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4206240"/>
            <a:ext cx="1033272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062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Milestone Timeline (1990 - Foundation | 2005 - Urban Visions | 2026 - Present)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5303520"/>
            <a:ext cx="103327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06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Wireframe Layout: Projects Portfolio Page (/projects)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</a:rPr>
              <a:t>Structural blueprint showing page components and layout flow without content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Filter Tabs (ALL | RESIDENTIAL &amp; RESORTS | COMMERCIAL | MIXED-USE | TOWERS)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3200400" cy="2011680"/>
          </a:xfrm>
          <a:prstGeom prst="rect">
            <a:avLst/>
          </a:prstGeom>
          <a:solidFill>
            <a:srgbClr val="EAEAE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0312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Project Item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(Render / Description / Year)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2103120"/>
            <a:ext cx="3200400" cy="2011680"/>
          </a:xfrm>
          <a:prstGeom prst="rect">
            <a:avLst/>
          </a:prstGeom>
          <a:solidFill>
            <a:srgbClr val="EAEAE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10312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Project Item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(Render / Description / Year)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2103120"/>
            <a:ext cx="3200400" cy="2011680"/>
          </a:xfrm>
          <a:prstGeom prst="rect">
            <a:avLst/>
          </a:prstGeom>
          <a:solidFill>
            <a:srgbClr val="EAEAE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210312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Project Item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(Render / Description / Year)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4297680"/>
            <a:ext cx="103327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976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Footer Section (Unified Spacings)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06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Wireframe Layout: Services Page (/services)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</a:rPr>
              <a:t>Structural blueprint showing page components and layout flow without content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Tagline &amp; Description Section (Word "SERVICES" and Video Removed for Minimalism)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468880"/>
            <a:ext cx="3200400" cy="1645920"/>
          </a:xfrm>
          <a:prstGeom prst="rect">
            <a:avLst/>
          </a:prstGeom>
          <a:solidFill>
            <a:srgbClr val="EAEAE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6888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01. Architecture Grid Box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(Zomra Image Background)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2468880"/>
            <a:ext cx="3200400" cy="1645920"/>
          </a:xfrm>
          <a:prstGeom prst="rect">
            <a:avLst/>
          </a:prstGeom>
          <a:solidFill>
            <a:srgbClr val="EAEAE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46888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02. Engineering Grid Box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(Kemet Image Background)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2468880"/>
            <a:ext cx="3200400" cy="1645920"/>
          </a:xfrm>
          <a:prstGeom prst="rect">
            <a:avLst/>
          </a:prstGeom>
          <a:solidFill>
            <a:srgbClr val="EAEAE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246888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07. Interior Design Grid Box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(Pura Interior Image)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solidFill>
            <a:srgbClr val="FCFCFC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Slide-in Dialog Drawer: Scope Checklist Item Details &amp; Contact Link CTA Button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06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Wireframe Layout: Insights &amp; News Page (/insights)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</a:rPr>
              <a:t>Structural blueprint showing page components and layout flow without content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Insights Header (ALL | PRESS | AWARDS | LECTURES)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4937760" cy="2377440"/>
          </a:xfrm>
          <a:prstGeom prst="rect">
            <a:avLst/>
          </a:prstGeom>
          <a:solidFill>
            <a:srgbClr val="EAEAE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0312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Primary Article Card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(Cover Image / Title / Excerpt / Read More Link)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2103120"/>
            <a:ext cx="4937760" cy="2377440"/>
          </a:xfrm>
          <a:prstGeom prst="rect">
            <a:avLst/>
          </a:prstGeom>
          <a:solidFill>
            <a:srgbClr val="EAEAE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10312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Primary Article Card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(Cover Image / Title / Excerpt / Read More Link)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663440"/>
            <a:ext cx="103327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06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Wireframe Layout: Contact &amp; Booking Page (/contact)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</a:rPr>
              <a:t>Structural blueprint showing page components and layout flow without content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5943600" cy="32918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63040"/>
            <a:ext cx="5943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Contact Form Stack: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* Full Name Field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* Email Address Field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* Services / Sector Dropdown Selector (Pre-populated)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* Project Message Details Area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* Red Accent "Send Inquiry" CTA Button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32320" y="1463040"/>
            <a:ext cx="4114800" cy="3291840"/>
          </a:xfrm>
          <a:prstGeom prst="rect">
            <a:avLst/>
          </a:prstGeom>
          <a:solidFill>
            <a:srgbClr val="EAEAE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1463040"/>
            <a:ext cx="4114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Contact Details Column: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* Location (Korba, Heliopolis)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* Phone Lines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* Direct Emails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* Social Media Links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2026-06-16T12:20:25Z</dcterms:created>
  <dcterms:modified xsi:type="dcterms:W3CDTF">2026-06-16T12:20:25Z</dcterms:modified>
</cp:coreProperties>
</file>